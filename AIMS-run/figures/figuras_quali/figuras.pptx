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BCBC"/>
    <a:srgbClr val="5656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915" autoAdjust="0"/>
    <p:restoredTop sz="94660"/>
  </p:normalViewPr>
  <p:slideViewPr>
    <p:cSldViewPr snapToGrid="0">
      <p:cViewPr varScale="1">
        <p:scale>
          <a:sx n="142" d="100"/>
          <a:sy n="142" d="100"/>
        </p:scale>
        <p:origin x="1872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C150F-6CEF-E9C5-47A4-D8B95405DA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CE6292-E13E-E1CB-A4ED-873AF86716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D7013B-417F-26B8-C4CA-E421248D8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B01D1-4891-41E8-B336-691D2F806935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9F7F8C-86E6-6B01-CE4C-BB4897EA8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48ADA6-5F4F-E96A-5F5F-20866D99A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CE0B4-A01E-4C17-BBB8-9F14EAA0D7B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1396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21481-459C-5849-7637-04E3C4DF5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3BA7D-AB08-9DD7-BFF1-81808E15BC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AFA3D9-BB5A-A5B9-FC53-51F2F3574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B01D1-4891-41E8-B336-691D2F806935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9081EF-CC41-E023-DB04-550AB4CA4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2034D0-0580-6519-A1D0-609067FD5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CE0B4-A01E-4C17-BBB8-9F14EAA0D7B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6986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225D0-C860-A826-73D9-41BB1A8C7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103493-7997-72BA-86AA-00A2FAB2E3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E8590-DC50-15C0-C992-FDC748D39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B01D1-4891-41E8-B336-691D2F806935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BE2D1-051D-E484-317E-2BA3CCE47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5EC41B-84B5-DC05-D9E5-9A2C5477F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CE0B4-A01E-4C17-BBB8-9F14EAA0D7B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9609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F77A0-D5D0-5A5D-0BC3-D44BC6B7D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29A3E-7FDC-C3F5-456E-D93F6138F4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555893-657D-B4DB-76B2-B943B99010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0AFE58-9262-313F-0ECE-F801D5BB8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B01D1-4891-41E8-B336-691D2F806935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01C13C-B806-E3E1-824F-DCA239148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72E585-4C53-3E07-69B5-E2205332B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CE0B4-A01E-4C17-BBB8-9F14EAA0D7B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3129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3BA4F-E049-4653-D1BF-085744EDF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6441D6-1A7A-869B-8D0A-E84EF6E3C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AF5430-7E1E-7F48-781C-8423521D3D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384868-130C-DF57-45AF-CDD83B9C29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37FD35-4410-D74F-B695-E4AF6F7C9C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B77624-ED28-CA2E-B0CE-E77E27109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B01D1-4891-41E8-B336-691D2F806935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2F3F34-8584-E38E-933F-4DA60830C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1984CC-61A9-17C9-D2B7-B34DE41EB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CE0B4-A01E-4C17-BBB8-9F14EAA0D7B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5623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96A89-EFA0-DAC7-B4F0-4E5E28CB0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2E78E3-169E-1DA4-A27F-19F777F75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B01D1-4891-41E8-B336-691D2F806935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3DBCFC-BB22-BF16-C430-AE3A2CD69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F69880-B98E-5E4A-0D20-9D614DC7B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CE0B4-A01E-4C17-BBB8-9F14EAA0D7B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045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5F1BC4-E3E8-F5A8-5475-FDEA3E02D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B01D1-4891-41E8-B336-691D2F806935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B252BF-5DC9-7584-EDC2-3223EE405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AF80AB-25B8-9ED0-4DBF-E62721349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CE0B4-A01E-4C17-BBB8-9F14EAA0D7B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5343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6C8FC-8F6A-F33D-F867-8BC06071D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43658A-1A52-BF53-9600-A6EB68DF70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ECBB85-8A9E-0849-F840-E0D55E38C4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5E674E-13D7-227B-5CBE-BA98827C3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B01D1-4891-41E8-B336-691D2F806935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3D9F25-972B-F959-3EB6-2427A992D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1A9DB4-EF62-93C2-157C-D2B31DC96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CE0B4-A01E-4C17-BBB8-9F14EAA0D7B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7228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B10FC-09BD-4A6F-758E-4C92D7D00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7EB482-4E25-C7D9-85D8-AD656DA73E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90DBB4-2F82-BA21-977F-719B3E8CD0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C5109D-8D63-25E5-DB9D-72D7DFC6C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B01D1-4891-41E8-B336-691D2F806935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33D569-18D4-0EC3-0F5E-A401C6BC4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366475-DEBD-02E9-4D04-1FE37EB9E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CE0B4-A01E-4C17-BBB8-9F14EAA0D7B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832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91281-8A46-6D70-E02A-4F5FF1F2F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5F969B-D3D7-F52B-ACEE-46681A9088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E763B6-06DF-7F51-0314-D357399EF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B01D1-4891-41E8-B336-691D2F806935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2EEFAD-2CB0-8EFC-D4E7-26DA52E6D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4A58FE-7D7F-3010-FA6F-42B630D48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CE0B4-A01E-4C17-BBB8-9F14EAA0D7B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8146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7FF377-04A1-59AB-FD2C-727F3CA684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C51E6B-562D-4722-5B7E-5A4FADE566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CDA6B7-22D2-76A1-76CA-50D7FCB9D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B01D1-4891-41E8-B336-691D2F806935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2E9B39-8952-38AF-DC4C-45A09572B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BA250D-A185-DF0B-C508-AC48BBFD5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CE0B4-A01E-4C17-BBB8-9F14EAA0D7B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0049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13467E-3969-060C-025F-8031040E6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BEBFD9-A0C0-D099-5F40-CA2768107B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F5BD45-0F5B-1005-6AEE-B9389E325F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FB01D1-4891-41E8-B336-691D2F806935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31786-1377-58F7-3B1D-919D5DB6C3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7ACBC9-2588-BB39-B83E-4750BE49D4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0CE0B4-A01E-4C17-BBB8-9F14EAA0D7B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2079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ey grid with black dots&#10;&#10;AI-generated content may be incorrect.">
            <a:extLst>
              <a:ext uri="{FF2B5EF4-FFF2-40B4-BE49-F238E27FC236}">
                <a16:creationId xmlns:a16="http://schemas.microsoft.com/office/drawing/2014/main" id="{3B1796FB-6FBC-D707-BBFC-D687ACAC73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69" r="28933"/>
          <a:stretch>
            <a:fillRect/>
          </a:stretch>
        </p:blipFill>
        <p:spPr>
          <a:xfrm>
            <a:off x="6834603" y="181535"/>
            <a:ext cx="5357397" cy="6676464"/>
          </a:xfrm>
          <a:prstGeom prst="rect">
            <a:avLst/>
          </a:prstGeom>
        </p:spPr>
      </p:pic>
      <p:pic>
        <p:nvPicPr>
          <p:cNvPr id="10" name="Picture 9" descr="A grey molecule structure with black balls&#10;&#10;AI-generated content may be incorrect.">
            <a:extLst>
              <a:ext uri="{FF2B5EF4-FFF2-40B4-BE49-F238E27FC236}">
                <a16:creationId xmlns:a16="http://schemas.microsoft.com/office/drawing/2014/main" id="{CEC61A23-9720-77DB-6F5C-908333777B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06" t="11622" r="32729" b="11610"/>
          <a:stretch>
            <a:fillRect/>
          </a:stretch>
        </p:blipFill>
        <p:spPr>
          <a:xfrm>
            <a:off x="0" y="1432109"/>
            <a:ext cx="6176998" cy="4982139"/>
          </a:xfrm>
          <a:prstGeom prst="rect">
            <a:avLst/>
          </a:prstGeom>
        </p:spPr>
      </p:pic>
      <p:sp>
        <p:nvSpPr>
          <p:cNvPr id="11" name="Right Brace 10">
            <a:extLst>
              <a:ext uri="{FF2B5EF4-FFF2-40B4-BE49-F238E27FC236}">
                <a16:creationId xmlns:a16="http://schemas.microsoft.com/office/drawing/2014/main" id="{BAA64D71-92C5-5D17-B4BC-AE915BF872B1}"/>
              </a:ext>
            </a:extLst>
          </p:cNvPr>
          <p:cNvSpPr/>
          <p:nvPr/>
        </p:nvSpPr>
        <p:spPr>
          <a:xfrm>
            <a:off x="6176998" y="1532963"/>
            <a:ext cx="639943" cy="4780430"/>
          </a:xfrm>
          <a:prstGeom prst="rightBrace">
            <a:avLst>
              <a:gd name="adj1" fmla="val 8333"/>
              <a:gd name="adj2" fmla="val 90796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7FB5B2-D3B3-297E-2436-DC6E1D71FF56}"/>
              </a:ext>
            </a:extLst>
          </p:cNvPr>
          <p:cNvSpPr txBox="1"/>
          <p:nvPr/>
        </p:nvSpPr>
        <p:spPr>
          <a:xfrm>
            <a:off x="3020321" y="6267569"/>
            <a:ext cx="23150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a = 3,75 Å</a:t>
            </a:r>
            <a:endParaRPr lang="pt-BR" sz="4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6707F8-BDEC-31DE-D31E-5D0866826047}"/>
              </a:ext>
            </a:extLst>
          </p:cNvPr>
          <p:cNvSpPr txBox="1"/>
          <p:nvPr/>
        </p:nvSpPr>
        <p:spPr>
          <a:xfrm rot="16200000">
            <a:off x="690690" y="3569235"/>
            <a:ext cx="23310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b = 4,52 Å</a:t>
            </a:r>
            <a:endParaRPr lang="pt-BR" sz="4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8E95F9-E20E-124C-08BE-88406C6F1E93}"/>
              </a:ext>
            </a:extLst>
          </p:cNvPr>
          <p:cNvSpPr txBox="1"/>
          <p:nvPr/>
        </p:nvSpPr>
        <p:spPr>
          <a:xfrm>
            <a:off x="2429106" y="589753"/>
            <a:ext cx="34960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/>
              <a:t>Célula</a:t>
            </a:r>
            <a:r>
              <a:rPr lang="en-US" sz="4000" dirty="0"/>
              <a:t> </a:t>
            </a:r>
            <a:r>
              <a:rPr lang="en-US" sz="4000" dirty="0" err="1"/>
              <a:t>Unitária</a:t>
            </a:r>
            <a:endParaRPr lang="pt-BR" sz="4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C118D8-CB05-1055-0572-5CEE6FC268A1}"/>
              </a:ext>
            </a:extLst>
          </p:cNvPr>
          <p:cNvSpPr txBox="1"/>
          <p:nvPr/>
        </p:nvSpPr>
        <p:spPr>
          <a:xfrm>
            <a:off x="7304839" y="-118133"/>
            <a:ext cx="460094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Rede Bidimensional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539779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CFC40-C856-8C76-1609-D336708D5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9CD16BE9-8214-C0A8-EEB1-D93B68F788FE}"/>
              </a:ext>
            </a:extLst>
          </p:cNvPr>
          <p:cNvSpPr txBox="1"/>
          <p:nvPr/>
        </p:nvSpPr>
        <p:spPr>
          <a:xfrm rot="16200000">
            <a:off x="1331176" y="2779222"/>
            <a:ext cx="363535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Borda Armchair</a:t>
            </a:r>
            <a:endParaRPr lang="pt-BR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5CB53B-7DDB-2F61-CAA7-ED7F878FB5F5}"/>
              </a:ext>
            </a:extLst>
          </p:cNvPr>
          <p:cNvSpPr txBox="1"/>
          <p:nvPr/>
        </p:nvSpPr>
        <p:spPr>
          <a:xfrm>
            <a:off x="4604180" y="6219265"/>
            <a:ext cx="29836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Borda Zigzag</a:t>
            </a:r>
            <a:endParaRPr lang="pt-BR" sz="4000" dirty="0"/>
          </a:p>
        </p:txBody>
      </p:sp>
      <p:pic>
        <p:nvPicPr>
          <p:cNvPr id="5" name="Picture 4" descr="A grey grid with black dots&#10;&#10;AI-generated content may be incorrect.">
            <a:extLst>
              <a:ext uri="{FF2B5EF4-FFF2-40B4-BE49-F238E27FC236}">
                <a16:creationId xmlns:a16="http://schemas.microsoft.com/office/drawing/2014/main" id="{2A4F3BF5-F1FF-5B97-6F2D-66747A655E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69" t="3726" r="28933" b="2417"/>
          <a:stretch>
            <a:fillRect/>
          </a:stretch>
        </p:blipFill>
        <p:spPr>
          <a:xfrm>
            <a:off x="3417301" y="0"/>
            <a:ext cx="5357397" cy="6266330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FBCD7D0-3827-CC47-7CDF-EBA54120F6AC}"/>
              </a:ext>
            </a:extLst>
          </p:cNvPr>
          <p:cNvCxnSpPr>
            <a:cxnSpLocks/>
          </p:cNvCxnSpPr>
          <p:nvPr/>
        </p:nvCxnSpPr>
        <p:spPr>
          <a:xfrm>
            <a:off x="4726641" y="6333566"/>
            <a:ext cx="2861176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8F47183-1FF5-F6DB-065B-096333F0DFE9}"/>
              </a:ext>
            </a:extLst>
          </p:cNvPr>
          <p:cNvCxnSpPr>
            <a:cxnSpLocks/>
          </p:cNvCxnSpPr>
          <p:nvPr/>
        </p:nvCxnSpPr>
        <p:spPr>
          <a:xfrm flipV="1">
            <a:off x="3417301" y="1315487"/>
            <a:ext cx="0" cy="3512007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1394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line of grey balls&#10;&#10;AI-generated content may be incorrect.">
            <a:extLst>
              <a:ext uri="{FF2B5EF4-FFF2-40B4-BE49-F238E27FC236}">
                <a16:creationId xmlns:a16="http://schemas.microsoft.com/office/drawing/2014/main" id="{536F485F-5B51-85BB-ADF4-52847D5ECE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85" t="43751" r="25017" b="43337"/>
          <a:stretch>
            <a:fillRect/>
          </a:stretch>
        </p:blipFill>
        <p:spPr>
          <a:xfrm>
            <a:off x="4782414" y="6073980"/>
            <a:ext cx="4877824" cy="667870"/>
          </a:xfrm>
          <a:prstGeom prst="rect">
            <a:avLst/>
          </a:prstGeom>
        </p:spPr>
      </p:pic>
      <p:pic>
        <p:nvPicPr>
          <p:cNvPr id="5" name="Picture 4" descr="A grey grid with circles&#10;&#10;AI-generated content may be incorrect.">
            <a:extLst>
              <a:ext uri="{FF2B5EF4-FFF2-40B4-BE49-F238E27FC236}">
                <a16:creationId xmlns:a16="http://schemas.microsoft.com/office/drawing/2014/main" id="{7C741FF7-A2C3-72B1-5F37-3B5661EA3A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17" t="16508" r="21360" b="13126"/>
          <a:stretch>
            <a:fillRect/>
          </a:stretch>
        </p:blipFill>
        <p:spPr>
          <a:xfrm>
            <a:off x="6096000" y="784020"/>
            <a:ext cx="6098510" cy="3637430"/>
          </a:xfrm>
          <a:prstGeom prst="rect">
            <a:avLst/>
          </a:prstGeom>
        </p:spPr>
      </p:pic>
      <p:pic>
        <p:nvPicPr>
          <p:cNvPr id="9" name="Picture 8" descr="A grey grid with black dots&#10;&#10;AI-generated content may be incorrect.">
            <a:extLst>
              <a:ext uri="{FF2B5EF4-FFF2-40B4-BE49-F238E27FC236}">
                <a16:creationId xmlns:a16="http://schemas.microsoft.com/office/drawing/2014/main" id="{FA672EA0-8970-FFFC-E386-0B4DD5034C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96" r="29281"/>
          <a:stretch>
            <a:fillRect/>
          </a:stretch>
        </p:blipFill>
        <p:spPr>
          <a:xfrm>
            <a:off x="0" y="-1"/>
            <a:ext cx="5253060" cy="5205473"/>
          </a:xfrm>
          <a:prstGeom prst="rect">
            <a:avLst/>
          </a:prstGeom>
        </p:spPr>
      </p:pic>
      <p:pic>
        <p:nvPicPr>
          <p:cNvPr id="10" name="Picture 9" descr="A line of grey balls&#10;&#10;AI-generated content may be incorrect.">
            <a:extLst>
              <a:ext uri="{FF2B5EF4-FFF2-40B4-BE49-F238E27FC236}">
                <a16:creationId xmlns:a16="http://schemas.microsoft.com/office/drawing/2014/main" id="{B9150219-53F9-B1FA-54DF-FE91D323F8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68" t="69575" r="75345" b="13709"/>
          <a:stretch>
            <a:fillRect/>
          </a:stretch>
        </p:blipFill>
        <p:spPr>
          <a:xfrm>
            <a:off x="4002485" y="5955556"/>
            <a:ext cx="779929" cy="90471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5C10F6D-77F4-F771-34DC-D3F77E078023}"/>
              </a:ext>
            </a:extLst>
          </p:cNvPr>
          <p:cNvSpPr txBox="1"/>
          <p:nvPr/>
        </p:nvSpPr>
        <p:spPr>
          <a:xfrm>
            <a:off x="0" y="-1"/>
            <a:ext cx="914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a)</a:t>
            </a:r>
            <a:endParaRPr lang="pt-BR" sz="4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285BB2-6063-D4A6-66CD-AFF29CAB0545}"/>
              </a:ext>
            </a:extLst>
          </p:cNvPr>
          <p:cNvSpPr txBox="1"/>
          <p:nvPr/>
        </p:nvSpPr>
        <p:spPr>
          <a:xfrm>
            <a:off x="6096000" y="0"/>
            <a:ext cx="914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b)</a:t>
            </a:r>
            <a:endParaRPr lang="pt-BR" sz="4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E30A2D-0FEB-D395-D69C-AC36D89EF435}"/>
              </a:ext>
            </a:extLst>
          </p:cNvPr>
          <p:cNvSpPr txBox="1"/>
          <p:nvPr/>
        </p:nvSpPr>
        <p:spPr>
          <a:xfrm>
            <a:off x="3088085" y="5601613"/>
            <a:ext cx="914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c)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1579501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ey molecule structure with black circles&#10;&#10;AI-generated content may be incorrect.">
            <a:extLst>
              <a:ext uri="{FF2B5EF4-FFF2-40B4-BE49-F238E27FC236}">
                <a16:creationId xmlns:a16="http://schemas.microsoft.com/office/drawing/2014/main" id="{F5D58D36-175E-226A-A8E3-E33D566D54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48" t="27460" r="8621" b="26632"/>
          <a:stretch>
            <a:fillRect/>
          </a:stretch>
        </p:blipFill>
        <p:spPr>
          <a:xfrm>
            <a:off x="2642347" y="0"/>
            <a:ext cx="9549653" cy="2822933"/>
          </a:xfrm>
          <a:prstGeom prst="rect">
            <a:avLst/>
          </a:prstGeom>
        </p:spPr>
      </p:pic>
      <p:pic>
        <p:nvPicPr>
          <p:cNvPr id="7" name="Picture 6" descr="A grey molecule structure with black balls&#10;&#10;AI-generated content may be incorrect.">
            <a:extLst>
              <a:ext uri="{FF2B5EF4-FFF2-40B4-BE49-F238E27FC236}">
                <a16:creationId xmlns:a16="http://schemas.microsoft.com/office/drawing/2014/main" id="{DAA789A3-69CC-E0DE-98A4-E56F96BED2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43" t="16364" r="35164" b="16325"/>
          <a:stretch>
            <a:fillRect/>
          </a:stretch>
        </p:blipFill>
        <p:spPr>
          <a:xfrm>
            <a:off x="10828" y="1325974"/>
            <a:ext cx="1131243" cy="138168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5159E2B-2145-CAC0-C849-DCE86EAAE049}"/>
              </a:ext>
            </a:extLst>
          </p:cNvPr>
          <p:cNvSpPr txBox="1"/>
          <p:nvPr/>
        </p:nvSpPr>
        <p:spPr>
          <a:xfrm>
            <a:off x="1024261" y="1539445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/>
              <a:t>…</a:t>
            </a:r>
            <a:endParaRPr lang="pt-BR" sz="4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256B2D-E247-6714-AC29-0461BF9E2C21}"/>
              </a:ext>
            </a:extLst>
          </p:cNvPr>
          <p:cNvSpPr txBox="1"/>
          <p:nvPr/>
        </p:nvSpPr>
        <p:spPr>
          <a:xfrm>
            <a:off x="1434392" y="1693651"/>
            <a:ext cx="6351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/>
              <a:t>x8</a:t>
            </a:r>
            <a:endParaRPr lang="pt-BR" sz="3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943B75-9886-80EC-8D53-CA1410584844}"/>
              </a:ext>
            </a:extLst>
          </p:cNvPr>
          <p:cNvSpPr txBox="1"/>
          <p:nvPr/>
        </p:nvSpPr>
        <p:spPr>
          <a:xfrm rot="16200000">
            <a:off x="127213" y="755197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/>
              <a:t>…</a:t>
            </a:r>
            <a:endParaRPr lang="pt-BR" sz="4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9372CF-0391-56A7-4081-92A34706195E}"/>
              </a:ext>
            </a:extLst>
          </p:cNvPr>
          <p:cNvSpPr txBox="1"/>
          <p:nvPr/>
        </p:nvSpPr>
        <p:spPr>
          <a:xfrm>
            <a:off x="258894" y="370361"/>
            <a:ext cx="6351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/>
              <a:t>x2</a:t>
            </a:r>
            <a:endParaRPr lang="pt-BR" sz="3600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F81F530-B6FB-BAD8-795C-044C5D2BB23C}"/>
              </a:ext>
            </a:extLst>
          </p:cNvPr>
          <p:cNvCxnSpPr>
            <a:cxnSpLocks/>
          </p:cNvCxnSpPr>
          <p:nvPr/>
        </p:nvCxnSpPr>
        <p:spPr>
          <a:xfrm>
            <a:off x="2122016" y="2070605"/>
            <a:ext cx="487953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42B6208-71E9-3467-F5C0-DAC32DFD6D13}"/>
              </a:ext>
            </a:extLst>
          </p:cNvPr>
          <p:cNvCxnSpPr>
            <a:cxnSpLocks/>
          </p:cNvCxnSpPr>
          <p:nvPr/>
        </p:nvCxnSpPr>
        <p:spPr>
          <a:xfrm>
            <a:off x="2651688" y="693525"/>
            <a:ext cx="954965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8783799-8D18-E7C0-A348-B8F4498DBA12}"/>
              </a:ext>
            </a:extLst>
          </p:cNvPr>
          <p:cNvCxnSpPr>
            <a:cxnSpLocks/>
          </p:cNvCxnSpPr>
          <p:nvPr/>
        </p:nvCxnSpPr>
        <p:spPr>
          <a:xfrm>
            <a:off x="2653175" y="2070605"/>
            <a:ext cx="954965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5C40945-58D3-3B21-805D-B32E6D6F4E45}"/>
              </a:ext>
            </a:extLst>
          </p:cNvPr>
          <p:cNvCxnSpPr>
            <a:cxnSpLocks/>
          </p:cNvCxnSpPr>
          <p:nvPr/>
        </p:nvCxnSpPr>
        <p:spPr>
          <a:xfrm flipH="1" flipV="1">
            <a:off x="2651688" y="693525"/>
            <a:ext cx="1487" cy="137707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0768C10-A2C3-1027-72B0-CF687588DE3A}"/>
              </a:ext>
            </a:extLst>
          </p:cNvPr>
          <p:cNvCxnSpPr>
            <a:cxnSpLocks/>
          </p:cNvCxnSpPr>
          <p:nvPr/>
        </p:nvCxnSpPr>
        <p:spPr>
          <a:xfrm flipH="1" flipV="1">
            <a:off x="12186585" y="693526"/>
            <a:ext cx="5414" cy="137707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B76CF47-06E2-7EA7-0A59-A0F9AFEFDD91}"/>
              </a:ext>
            </a:extLst>
          </p:cNvPr>
          <p:cNvCxnSpPr>
            <a:cxnSpLocks/>
          </p:cNvCxnSpPr>
          <p:nvPr/>
        </p:nvCxnSpPr>
        <p:spPr>
          <a:xfrm>
            <a:off x="5689968" y="3130680"/>
            <a:ext cx="0" cy="500025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4" name="Picture 33" descr="A grey molecule structure with black dots&#10;&#10;AI-generated content may be incorrect.">
            <a:extLst>
              <a:ext uri="{FF2B5EF4-FFF2-40B4-BE49-F238E27FC236}">
                <a16:creationId xmlns:a16="http://schemas.microsoft.com/office/drawing/2014/main" id="{7C0A0ACE-04EA-0592-2FDF-E774BEF457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94" b="37075"/>
          <a:stretch>
            <a:fillRect/>
          </a:stretch>
        </p:blipFill>
        <p:spPr>
          <a:xfrm>
            <a:off x="1751947" y="3717061"/>
            <a:ext cx="10320258" cy="1421808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A6DB3B19-2F32-F4DC-8399-214EA6D14398}"/>
              </a:ext>
            </a:extLst>
          </p:cNvPr>
          <p:cNvSpPr/>
          <p:nvPr/>
        </p:nvSpPr>
        <p:spPr>
          <a:xfrm>
            <a:off x="783483" y="4096114"/>
            <a:ext cx="288000" cy="288000"/>
          </a:xfrm>
          <a:prstGeom prst="ellipse">
            <a:avLst/>
          </a:prstGeom>
          <a:solidFill>
            <a:srgbClr val="56565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0486C93-5EAE-FD0C-F736-B5DC567D34B2}"/>
              </a:ext>
            </a:extLst>
          </p:cNvPr>
          <p:cNvSpPr/>
          <p:nvPr/>
        </p:nvSpPr>
        <p:spPr>
          <a:xfrm>
            <a:off x="783483" y="4501724"/>
            <a:ext cx="288000" cy="288000"/>
          </a:xfrm>
          <a:prstGeom prst="ellipse">
            <a:avLst/>
          </a:prstGeom>
          <a:solidFill>
            <a:srgbClr val="BCBCB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907B163-D663-A612-19E0-1D4C1304B017}"/>
              </a:ext>
            </a:extLst>
          </p:cNvPr>
          <p:cNvSpPr txBox="1"/>
          <p:nvPr/>
        </p:nvSpPr>
        <p:spPr>
          <a:xfrm>
            <a:off x="1071483" y="3978504"/>
            <a:ext cx="4331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C</a:t>
            </a:r>
            <a:endParaRPr lang="pt-BR" sz="28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141241F-7D1B-34BA-FEEE-D8FDF1B57B2B}"/>
              </a:ext>
            </a:extLst>
          </p:cNvPr>
          <p:cNvSpPr txBox="1"/>
          <p:nvPr/>
        </p:nvSpPr>
        <p:spPr>
          <a:xfrm>
            <a:off x="1069079" y="4384114"/>
            <a:ext cx="4379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H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1682045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04D72-2165-4F72-5ED3-F2B3D9FEF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chain of grey spheres&#10;&#10;AI-generated content may be incorrect.">
            <a:extLst>
              <a:ext uri="{FF2B5EF4-FFF2-40B4-BE49-F238E27FC236}">
                <a16:creationId xmlns:a16="http://schemas.microsoft.com/office/drawing/2014/main" id="{DC04346C-76D9-C295-5AC2-3368D645BD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210" b="41550"/>
          <a:stretch>
            <a:fillRect/>
          </a:stretch>
        </p:blipFill>
        <p:spPr>
          <a:xfrm>
            <a:off x="737921" y="3429000"/>
            <a:ext cx="11454079" cy="1053236"/>
          </a:xfrm>
          <a:prstGeom prst="rect">
            <a:avLst/>
          </a:prstGeom>
        </p:spPr>
      </p:pic>
      <p:pic>
        <p:nvPicPr>
          <p:cNvPr id="4" name="Picture 3" descr="A grey molecule structure&#10;&#10;AI-generated content may be incorrect.">
            <a:extLst>
              <a:ext uri="{FF2B5EF4-FFF2-40B4-BE49-F238E27FC236}">
                <a16:creationId xmlns:a16="http://schemas.microsoft.com/office/drawing/2014/main" id="{B127691F-4063-3841-F19E-A93BC289AD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482" b="31828"/>
          <a:stretch>
            <a:fillRect/>
          </a:stretch>
        </p:blipFill>
        <p:spPr>
          <a:xfrm>
            <a:off x="2611456" y="452147"/>
            <a:ext cx="9580544" cy="1874823"/>
          </a:xfrm>
          <a:prstGeom prst="rect">
            <a:avLst/>
          </a:prstGeom>
        </p:spPr>
      </p:pic>
      <p:pic>
        <p:nvPicPr>
          <p:cNvPr id="7" name="Picture 6" descr="A grey molecule structure with black balls&#10;&#10;AI-generated content may be incorrect.">
            <a:extLst>
              <a:ext uri="{FF2B5EF4-FFF2-40B4-BE49-F238E27FC236}">
                <a16:creationId xmlns:a16="http://schemas.microsoft.com/office/drawing/2014/main" id="{247892BD-90C3-7631-DD27-E540438CD9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43" t="16364" r="35164" b="16325"/>
          <a:stretch>
            <a:fillRect/>
          </a:stretch>
        </p:blipFill>
        <p:spPr>
          <a:xfrm>
            <a:off x="10828" y="867259"/>
            <a:ext cx="1131243" cy="138168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04B4A80-FCAD-2BB6-C8F9-C9D4DC4F75F6}"/>
              </a:ext>
            </a:extLst>
          </p:cNvPr>
          <p:cNvSpPr txBox="1"/>
          <p:nvPr/>
        </p:nvSpPr>
        <p:spPr>
          <a:xfrm>
            <a:off x="1024261" y="108073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/>
              <a:t>…</a:t>
            </a:r>
            <a:endParaRPr lang="pt-BR" sz="4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F1A444-8EAC-32DE-C602-ADD1C6510C13}"/>
              </a:ext>
            </a:extLst>
          </p:cNvPr>
          <p:cNvSpPr txBox="1"/>
          <p:nvPr/>
        </p:nvSpPr>
        <p:spPr>
          <a:xfrm>
            <a:off x="1434392" y="1234936"/>
            <a:ext cx="6351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/>
              <a:t>x2</a:t>
            </a:r>
            <a:endParaRPr lang="pt-BR" sz="3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EC1584-ACF0-495B-CF43-1CDE8961CE40}"/>
              </a:ext>
            </a:extLst>
          </p:cNvPr>
          <p:cNvSpPr txBox="1"/>
          <p:nvPr/>
        </p:nvSpPr>
        <p:spPr>
          <a:xfrm rot="16200000">
            <a:off x="127213" y="296482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/>
              <a:t>…</a:t>
            </a:r>
            <a:endParaRPr lang="pt-BR" sz="4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921E8F-0790-7236-098F-FC1B51982BB1}"/>
              </a:ext>
            </a:extLst>
          </p:cNvPr>
          <p:cNvSpPr txBox="1"/>
          <p:nvPr/>
        </p:nvSpPr>
        <p:spPr>
          <a:xfrm>
            <a:off x="258894" y="-88354"/>
            <a:ext cx="6351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/>
              <a:t>x8</a:t>
            </a:r>
            <a:endParaRPr lang="pt-BR" sz="3600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04BB085-A0E6-60B6-60A7-6429CD21D94C}"/>
              </a:ext>
            </a:extLst>
          </p:cNvPr>
          <p:cNvCxnSpPr>
            <a:cxnSpLocks/>
          </p:cNvCxnSpPr>
          <p:nvPr/>
        </p:nvCxnSpPr>
        <p:spPr>
          <a:xfrm>
            <a:off x="2122016" y="1611890"/>
            <a:ext cx="487953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A282A4D-69D1-AA96-C2C3-C6AF332B034B}"/>
              </a:ext>
            </a:extLst>
          </p:cNvPr>
          <p:cNvCxnSpPr>
            <a:cxnSpLocks/>
          </p:cNvCxnSpPr>
          <p:nvPr/>
        </p:nvCxnSpPr>
        <p:spPr>
          <a:xfrm>
            <a:off x="2630032" y="1389559"/>
            <a:ext cx="954965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C07BFFC-DCE2-D670-2B8B-0AC266514DF7}"/>
              </a:ext>
            </a:extLst>
          </p:cNvPr>
          <p:cNvCxnSpPr>
            <a:cxnSpLocks/>
          </p:cNvCxnSpPr>
          <p:nvPr/>
        </p:nvCxnSpPr>
        <p:spPr>
          <a:xfrm>
            <a:off x="2628545" y="2390122"/>
            <a:ext cx="953547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3F7B335-4E05-F486-B62B-07CAB9710F45}"/>
              </a:ext>
            </a:extLst>
          </p:cNvPr>
          <p:cNvCxnSpPr>
            <a:cxnSpLocks/>
          </p:cNvCxnSpPr>
          <p:nvPr/>
        </p:nvCxnSpPr>
        <p:spPr>
          <a:xfrm flipV="1">
            <a:off x="2628545" y="1389559"/>
            <a:ext cx="1487" cy="100056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6B1F8A2-1E31-A9DA-D506-6158EC88EF2D}"/>
              </a:ext>
            </a:extLst>
          </p:cNvPr>
          <p:cNvCxnSpPr>
            <a:cxnSpLocks/>
          </p:cNvCxnSpPr>
          <p:nvPr/>
        </p:nvCxnSpPr>
        <p:spPr>
          <a:xfrm flipV="1">
            <a:off x="12164020" y="1380985"/>
            <a:ext cx="12315" cy="100056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6AAEBAB-47F9-1239-29B7-22AC300583C6}"/>
              </a:ext>
            </a:extLst>
          </p:cNvPr>
          <p:cNvCxnSpPr>
            <a:cxnSpLocks/>
          </p:cNvCxnSpPr>
          <p:nvPr/>
        </p:nvCxnSpPr>
        <p:spPr>
          <a:xfrm>
            <a:off x="5689968" y="2671965"/>
            <a:ext cx="0" cy="500025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F05D7346-BEE0-4C1C-4E18-F510CAEDC87E}"/>
              </a:ext>
            </a:extLst>
          </p:cNvPr>
          <p:cNvSpPr/>
          <p:nvPr/>
        </p:nvSpPr>
        <p:spPr>
          <a:xfrm>
            <a:off x="62351" y="3671016"/>
            <a:ext cx="288000" cy="288000"/>
          </a:xfrm>
          <a:prstGeom prst="ellipse">
            <a:avLst/>
          </a:prstGeom>
          <a:solidFill>
            <a:srgbClr val="56565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B86F3AE-4471-560C-2738-5ADD8A91F1C2}"/>
              </a:ext>
            </a:extLst>
          </p:cNvPr>
          <p:cNvSpPr/>
          <p:nvPr/>
        </p:nvSpPr>
        <p:spPr>
          <a:xfrm>
            <a:off x="62351" y="4076626"/>
            <a:ext cx="288000" cy="288000"/>
          </a:xfrm>
          <a:prstGeom prst="ellipse">
            <a:avLst/>
          </a:prstGeom>
          <a:solidFill>
            <a:srgbClr val="BCBCB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85D0A85-B67A-5E13-66E7-EF6FD6646589}"/>
              </a:ext>
            </a:extLst>
          </p:cNvPr>
          <p:cNvSpPr txBox="1"/>
          <p:nvPr/>
        </p:nvSpPr>
        <p:spPr>
          <a:xfrm>
            <a:off x="350351" y="3553406"/>
            <a:ext cx="4331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C</a:t>
            </a:r>
            <a:endParaRPr lang="pt-BR" sz="28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22D09F0-28CB-6D7C-8FF6-E722995944AE}"/>
              </a:ext>
            </a:extLst>
          </p:cNvPr>
          <p:cNvSpPr txBox="1"/>
          <p:nvPr/>
        </p:nvSpPr>
        <p:spPr>
          <a:xfrm>
            <a:off x="347947" y="3959016"/>
            <a:ext cx="4379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H</a:t>
            </a:r>
            <a:endParaRPr lang="pt-BR" sz="2800" dirty="0"/>
          </a:p>
        </p:txBody>
      </p:sp>
      <p:sp>
        <p:nvSpPr>
          <p:cNvPr id="2" name="Arrow: U-Turn 1">
            <a:extLst>
              <a:ext uri="{FF2B5EF4-FFF2-40B4-BE49-F238E27FC236}">
                <a16:creationId xmlns:a16="http://schemas.microsoft.com/office/drawing/2014/main" id="{385C60AA-00E5-5F38-2F3E-EC403F37CC8F}"/>
              </a:ext>
            </a:extLst>
          </p:cNvPr>
          <p:cNvSpPr/>
          <p:nvPr/>
        </p:nvSpPr>
        <p:spPr>
          <a:xfrm>
            <a:off x="2264331" y="1234936"/>
            <a:ext cx="194983" cy="154623"/>
          </a:xfrm>
          <a:prstGeom prst="utur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9729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121B3-FC3F-FA41-E0C8-54FC2F6AE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ene molecule structure&#10;&#10;AI-generated content may be incorrect.">
            <a:extLst>
              <a:ext uri="{FF2B5EF4-FFF2-40B4-BE49-F238E27FC236}">
                <a16:creationId xmlns:a16="http://schemas.microsoft.com/office/drawing/2014/main" id="{6EAB6716-C52E-9DDF-1C64-C5E9208328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824"/>
          <a:stretch>
            <a:fillRect/>
          </a:stretch>
        </p:blipFill>
        <p:spPr>
          <a:xfrm>
            <a:off x="2098754" y="3882109"/>
            <a:ext cx="7994492" cy="2975891"/>
          </a:xfrm>
          <a:prstGeom prst="rect">
            <a:avLst/>
          </a:prstGeom>
        </p:spPr>
      </p:pic>
      <p:pic>
        <p:nvPicPr>
          <p:cNvPr id="6" name="Picture 5" descr="A graphene molecule structure&#10;&#10;AI-generated content may be incorrect.">
            <a:extLst>
              <a:ext uri="{FF2B5EF4-FFF2-40B4-BE49-F238E27FC236}">
                <a16:creationId xmlns:a16="http://schemas.microsoft.com/office/drawing/2014/main" id="{DC1AC425-3FE1-54AA-C1A3-1B00319DE4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392"/>
          <a:stretch>
            <a:fillRect/>
          </a:stretch>
        </p:blipFill>
        <p:spPr>
          <a:xfrm>
            <a:off x="2098754" y="0"/>
            <a:ext cx="7994492" cy="335504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3E17DCD-8F7F-957D-BB54-369519837B3C}"/>
              </a:ext>
            </a:extLst>
          </p:cNvPr>
          <p:cNvSpPr txBox="1"/>
          <p:nvPr/>
        </p:nvSpPr>
        <p:spPr>
          <a:xfrm>
            <a:off x="1463488" y="-173125"/>
            <a:ext cx="914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a)</a:t>
            </a:r>
            <a:endParaRPr lang="pt-BR" sz="4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2FA515-9925-E894-BCFD-7F86784AEF85}"/>
              </a:ext>
            </a:extLst>
          </p:cNvPr>
          <p:cNvSpPr txBox="1"/>
          <p:nvPr/>
        </p:nvSpPr>
        <p:spPr>
          <a:xfrm>
            <a:off x="1463488" y="3528166"/>
            <a:ext cx="914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b)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696828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red rectangle with a black line&#10;&#10;AI-generated content may be incorrect.">
            <a:extLst>
              <a:ext uri="{FF2B5EF4-FFF2-40B4-BE49-F238E27FC236}">
                <a16:creationId xmlns:a16="http://schemas.microsoft.com/office/drawing/2014/main" id="{5798566E-62B7-A4E9-D3BA-C9887F718F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37" r="25817"/>
          <a:stretch>
            <a:fillRect/>
          </a:stretch>
        </p:blipFill>
        <p:spPr>
          <a:xfrm>
            <a:off x="0" y="0"/>
            <a:ext cx="7630828" cy="6858000"/>
          </a:xfrm>
          <a:prstGeom prst="rect">
            <a:avLst/>
          </a:prstGeom>
        </p:spPr>
      </p:pic>
      <p:sp>
        <p:nvSpPr>
          <p:cNvPr id="20" name="Right Brace 19">
            <a:extLst>
              <a:ext uri="{FF2B5EF4-FFF2-40B4-BE49-F238E27FC236}">
                <a16:creationId xmlns:a16="http://schemas.microsoft.com/office/drawing/2014/main" id="{63F519A6-EFAA-0521-F1EB-C4D7A837667C}"/>
              </a:ext>
            </a:extLst>
          </p:cNvPr>
          <p:cNvSpPr/>
          <p:nvPr/>
        </p:nvSpPr>
        <p:spPr>
          <a:xfrm>
            <a:off x="7529043" y="564775"/>
            <a:ext cx="179509" cy="1801907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ight Brace 20">
            <a:extLst>
              <a:ext uri="{FF2B5EF4-FFF2-40B4-BE49-F238E27FC236}">
                <a16:creationId xmlns:a16="http://schemas.microsoft.com/office/drawing/2014/main" id="{477EB5B4-10BD-79D9-EF6C-96A9E617F631}"/>
              </a:ext>
            </a:extLst>
          </p:cNvPr>
          <p:cNvSpPr/>
          <p:nvPr/>
        </p:nvSpPr>
        <p:spPr>
          <a:xfrm>
            <a:off x="7529043" y="2431675"/>
            <a:ext cx="179509" cy="1801907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ight Brace 21">
            <a:extLst>
              <a:ext uri="{FF2B5EF4-FFF2-40B4-BE49-F238E27FC236}">
                <a16:creationId xmlns:a16="http://schemas.microsoft.com/office/drawing/2014/main" id="{7FD967C4-59A9-A77A-4E2B-5E56805E5F3C}"/>
              </a:ext>
            </a:extLst>
          </p:cNvPr>
          <p:cNvSpPr/>
          <p:nvPr/>
        </p:nvSpPr>
        <p:spPr>
          <a:xfrm rot="4121517">
            <a:off x="6905977" y="3985851"/>
            <a:ext cx="187163" cy="1256349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ight Brace 22">
            <a:extLst>
              <a:ext uri="{FF2B5EF4-FFF2-40B4-BE49-F238E27FC236}">
                <a16:creationId xmlns:a16="http://schemas.microsoft.com/office/drawing/2014/main" id="{A3E5A643-215C-69CA-3B96-A28C3C390C23}"/>
              </a:ext>
            </a:extLst>
          </p:cNvPr>
          <p:cNvSpPr/>
          <p:nvPr/>
        </p:nvSpPr>
        <p:spPr>
          <a:xfrm rot="4143123">
            <a:off x="2319620" y="5667304"/>
            <a:ext cx="187163" cy="1256349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CA47804-87E6-34F3-4FFE-127467E5AB0F}"/>
              </a:ext>
            </a:extLst>
          </p:cNvPr>
          <p:cNvSpPr txBox="1"/>
          <p:nvPr/>
        </p:nvSpPr>
        <p:spPr>
          <a:xfrm rot="16200000">
            <a:off x="6934026" y="1234895"/>
            <a:ext cx="18312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Vácuo</a:t>
            </a:r>
            <a:r>
              <a:rPr lang="en-US" sz="2400" dirty="0"/>
              <a:t> (25 Å)</a:t>
            </a:r>
            <a:endParaRPr lang="pt-BR" sz="2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FE2BDF0-2E46-C5EE-2A4F-F7BD16BADFA3}"/>
              </a:ext>
            </a:extLst>
          </p:cNvPr>
          <p:cNvSpPr txBox="1"/>
          <p:nvPr/>
        </p:nvSpPr>
        <p:spPr>
          <a:xfrm rot="16200000">
            <a:off x="6946057" y="3101795"/>
            <a:ext cx="18312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Vácuo</a:t>
            </a:r>
            <a:r>
              <a:rPr lang="en-US" sz="2400" dirty="0"/>
              <a:t> (25 Å)</a:t>
            </a:r>
            <a:endParaRPr lang="pt-BR" sz="2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DA25322-7A42-D23A-A1D0-2F98ABDFC515}"/>
              </a:ext>
            </a:extLst>
          </p:cNvPr>
          <p:cNvSpPr txBox="1"/>
          <p:nvPr/>
        </p:nvSpPr>
        <p:spPr>
          <a:xfrm rot="20308589">
            <a:off x="6230835" y="4596902"/>
            <a:ext cx="18312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Vácuo</a:t>
            </a:r>
            <a:r>
              <a:rPr lang="en-US" sz="2400" dirty="0"/>
              <a:t> (20 Å)</a:t>
            </a:r>
            <a:endParaRPr lang="pt-BR" sz="2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DF64D76-A4C9-714A-4841-7431BADF7B43}"/>
              </a:ext>
            </a:extLst>
          </p:cNvPr>
          <p:cNvSpPr txBox="1"/>
          <p:nvPr/>
        </p:nvSpPr>
        <p:spPr>
          <a:xfrm rot="20308589">
            <a:off x="1622976" y="6235203"/>
            <a:ext cx="18312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Vácuo</a:t>
            </a:r>
            <a:r>
              <a:rPr lang="en-US" sz="2400" dirty="0"/>
              <a:t> (20 Å)</a:t>
            </a:r>
            <a:endParaRPr lang="pt-BR" sz="2400" dirty="0"/>
          </a:p>
        </p:txBody>
      </p:sp>
      <p:pic>
        <p:nvPicPr>
          <p:cNvPr id="29" name="Picture 28" descr="A black and white line&#10;&#10;AI-generated content may be incorrect.">
            <a:extLst>
              <a:ext uri="{FF2B5EF4-FFF2-40B4-BE49-F238E27FC236}">
                <a16:creationId xmlns:a16="http://schemas.microsoft.com/office/drawing/2014/main" id="{5B908169-2980-173C-C9AD-176A920EFB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80" r="11700"/>
          <a:stretch>
            <a:fillRect/>
          </a:stretch>
        </p:blipFill>
        <p:spPr>
          <a:xfrm>
            <a:off x="9107215" y="289113"/>
            <a:ext cx="2793602" cy="1949764"/>
          </a:xfrm>
          <a:prstGeom prst="rect">
            <a:avLst/>
          </a:prstGeom>
        </p:spPr>
      </p:pic>
      <p:pic>
        <p:nvPicPr>
          <p:cNvPr id="31" name="Picture 30" descr="A red rectangle with black text&#10;&#10;AI-generated content may be incorrect.">
            <a:extLst>
              <a:ext uri="{FF2B5EF4-FFF2-40B4-BE49-F238E27FC236}">
                <a16:creationId xmlns:a16="http://schemas.microsoft.com/office/drawing/2014/main" id="{C5B4F204-4E09-1FC1-8333-D8280F1BE4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73" r="46174"/>
          <a:stretch>
            <a:fillRect/>
          </a:stretch>
        </p:blipFill>
        <p:spPr>
          <a:xfrm>
            <a:off x="8657528" y="4248230"/>
            <a:ext cx="1409393" cy="1949764"/>
          </a:xfrm>
          <a:prstGeom prst="rect">
            <a:avLst/>
          </a:prstGeom>
        </p:spPr>
      </p:pic>
      <p:pic>
        <p:nvPicPr>
          <p:cNvPr id="33" name="Picture 32" descr="A black and white image of a chain&#10;&#10;AI-generated content may be incorrect.">
            <a:extLst>
              <a:ext uri="{FF2B5EF4-FFF2-40B4-BE49-F238E27FC236}">
                <a16:creationId xmlns:a16="http://schemas.microsoft.com/office/drawing/2014/main" id="{A73E3DFD-F66D-5F62-1F43-AF4C6F3111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57" t="41530" r="4776" b="13921"/>
          <a:stretch>
            <a:fillRect/>
          </a:stretch>
        </p:blipFill>
        <p:spPr>
          <a:xfrm>
            <a:off x="8852269" y="2801930"/>
            <a:ext cx="3303494" cy="868599"/>
          </a:xfrm>
          <a:prstGeom prst="rect">
            <a:avLst/>
          </a:prstGeom>
        </p:spPr>
      </p:pic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6931FA2-C949-3B78-7D04-58B6D1E7C983}"/>
              </a:ext>
            </a:extLst>
          </p:cNvPr>
          <p:cNvCxnSpPr>
            <a:cxnSpLocks/>
          </p:cNvCxnSpPr>
          <p:nvPr/>
        </p:nvCxnSpPr>
        <p:spPr>
          <a:xfrm flipH="1" flipV="1">
            <a:off x="4101353" y="2749923"/>
            <a:ext cx="423582" cy="58270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D70FCFA-B2A5-FC32-EB2B-C1AB0B6BBA09}"/>
              </a:ext>
            </a:extLst>
          </p:cNvPr>
          <p:cNvCxnSpPr>
            <a:cxnSpLocks/>
          </p:cNvCxnSpPr>
          <p:nvPr/>
        </p:nvCxnSpPr>
        <p:spPr>
          <a:xfrm flipH="1" flipV="1">
            <a:off x="4633200" y="3466800"/>
            <a:ext cx="423582" cy="576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A0F9F728-10E8-417B-6A7E-970EB5764C0F}"/>
              </a:ext>
            </a:extLst>
          </p:cNvPr>
          <p:cNvSpPr txBox="1"/>
          <p:nvPr/>
        </p:nvSpPr>
        <p:spPr>
          <a:xfrm rot="3248033">
            <a:off x="4259606" y="3776154"/>
            <a:ext cx="10926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P. B. C.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E93E52F-2CE1-4569-E2B4-F2383F43045C}"/>
              </a:ext>
            </a:extLst>
          </p:cNvPr>
          <p:cNvSpPr txBox="1"/>
          <p:nvPr/>
        </p:nvSpPr>
        <p:spPr>
          <a:xfrm>
            <a:off x="8660695" y="58280"/>
            <a:ext cx="4475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b)</a:t>
            </a:r>
            <a:endParaRPr lang="pt-BR" sz="24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B2DE6BE-333F-1227-BC7F-E936C6527E8B}"/>
              </a:ext>
            </a:extLst>
          </p:cNvPr>
          <p:cNvSpPr txBox="1"/>
          <p:nvPr/>
        </p:nvSpPr>
        <p:spPr>
          <a:xfrm>
            <a:off x="8660695" y="2431675"/>
            <a:ext cx="43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c)</a:t>
            </a:r>
            <a:endParaRPr lang="pt-BR" sz="24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46B7ADE-2916-7860-D1E4-F99618624B96}"/>
              </a:ext>
            </a:extLst>
          </p:cNvPr>
          <p:cNvSpPr txBox="1"/>
          <p:nvPr/>
        </p:nvSpPr>
        <p:spPr>
          <a:xfrm>
            <a:off x="8657528" y="4017398"/>
            <a:ext cx="4475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d)</a:t>
            </a:r>
            <a:endParaRPr lang="pt-BR" sz="24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98A4CE4-3830-33C1-C85A-CE5F55F60972}"/>
              </a:ext>
            </a:extLst>
          </p:cNvPr>
          <p:cNvSpPr txBox="1"/>
          <p:nvPr/>
        </p:nvSpPr>
        <p:spPr>
          <a:xfrm>
            <a:off x="0" y="-11763"/>
            <a:ext cx="4379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a)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8873332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685CB-DEB4-9CD5-A1CB-4EEA6DC2D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red rectangle with black dots&#10;&#10;AI-generated content may be incorrect.">
            <a:extLst>
              <a:ext uri="{FF2B5EF4-FFF2-40B4-BE49-F238E27FC236}">
                <a16:creationId xmlns:a16="http://schemas.microsoft.com/office/drawing/2014/main" id="{F6634FD8-2FA7-9462-5CF3-B0D1F89ADA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32" r="47668"/>
          <a:stretch>
            <a:fillRect/>
          </a:stretch>
        </p:blipFill>
        <p:spPr>
          <a:xfrm>
            <a:off x="8657528" y="4248230"/>
            <a:ext cx="1434934" cy="2155849"/>
          </a:xfrm>
          <a:prstGeom prst="rect">
            <a:avLst/>
          </a:prstGeom>
        </p:spPr>
      </p:pic>
      <p:pic>
        <p:nvPicPr>
          <p:cNvPr id="10" name="Picture 9" descr="A chain with a red line&#10;&#10;AI-generated content may be incorrect.">
            <a:extLst>
              <a:ext uri="{FF2B5EF4-FFF2-40B4-BE49-F238E27FC236}">
                <a16:creationId xmlns:a16="http://schemas.microsoft.com/office/drawing/2014/main" id="{C3E2BF31-D420-1C47-928E-AC43F8CC3E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313" b="14998"/>
          <a:stretch>
            <a:fillRect/>
          </a:stretch>
        </p:blipFill>
        <p:spPr>
          <a:xfrm>
            <a:off x="8365463" y="2848382"/>
            <a:ext cx="3826537" cy="830426"/>
          </a:xfrm>
          <a:prstGeom prst="rect">
            <a:avLst/>
          </a:prstGeom>
        </p:spPr>
      </p:pic>
      <p:pic>
        <p:nvPicPr>
          <p:cNvPr id="3" name="Picture 2" descr="A red and black rectangle with a line drawn on it&#10;&#10;AI-generated content may be incorrect.">
            <a:extLst>
              <a:ext uri="{FF2B5EF4-FFF2-40B4-BE49-F238E27FC236}">
                <a16:creationId xmlns:a16="http://schemas.microsoft.com/office/drawing/2014/main" id="{DB93B8FA-B487-49A3-EB7B-A59336CD77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65" t="4187" r="24270" b="4610"/>
          <a:stretch>
            <a:fillRect/>
          </a:stretch>
        </p:blipFill>
        <p:spPr>
          <a:xfrm>
            <a:off x="-12031" y="449902"/>
            <a:ext cx="7527014" cy="6045600"/>
          </a:xfrm>
          <a:prstGeom prst="rect">
            <a:avLst/>
          </a:prstGeom>
        </p:spPr>
      </p:pic>
      <p:sp>
        <p:nvSpPr>
          <p:cNvPr id="20" name="Right Brace 19">
            <a:extLst>
              <a:ext uri="{FF2B5EF4-FFF2-40B4-BE49-F238E27FC236}">
                <a16:creationId xmlns:a16="http://schemas.microsoft.com/office/drawing/2014/main" id="{1EB37B45-788E-0B03-694C-2611614EB2BF}"/>
              </a:ext>
            </a:extLst>
          </p:cNvPr>
          <p:cNvSpPr/>
          <p:nvPr/>
        </p:nvSpPr>
        <p:spPr>
          <a:xfrm>
            <a:off x="7529043" y="564775"/>
            <a:ext cx="179509" cy="1801907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ight Brace 20">
            <a:extLst>
              <a:ext uri="{FF2B5EF4-FFF2-40B4-BE49-F238E27FC236}">
                <a16:creationId xmlns:a16="http://schemas.microsoft.com/office/drawing/2014/main" id="{E7550A82-0259-9FBD-281F-0FF52EC38CA4}"/>
              </a:ext>
            </a:extLst>
          </p:cNvPr>
          <p:cNvSpPr/>
          <p:nvPr/>
        </p:nvSpPr>
        <p:spPr>
          <a:xfrm>
            <a:off x="7529043" y="2431675"/>
            <a:ext cx="179509" cy="1801907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ight Brace 21">
            <a:extLst>
              <a:ext uri="{FF2B5EF4-FFF2-40B4-BE49-F238E27FC236}">
                <a16:creationId xmlns:a16="http://schemas.microsoft.com/office/drawing/2014/main" id="{25B38FFC-3C7D-5C97-B417-20E6D88D0D58}"/>
              </a:ext>
            </a:extLst>
          </p:cNvPr>
          <p:cNvSpPr/>
          <p:nvPr/>
        </p:nvSpPr>
        <p:spPr>
          <a:xfrm rot="4121517">
            <a:off x="6905977" y="3985851"/>
            <a:ext cx="187163" cy="1256349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ight Brace 22">
            <a:extLst>
              <a:ext uri="{FF2B5EF4-FFF2-40B4-BE49-F238E27FC236}">
                <a16:creationId xmlns:a16="http://schemas.microsoft.com/office/drawing/2014/main" id="{062D6719-EBE4-DB1F-CD39-2AAD9D9DB085}"/>
              </a:ext>
            </a:extLst>
          </p:cNvPr>
          <p:cNvSpPr/>
          <p:nvPr/>
        </p:nvSpPr>
        <p:spPr>
          <a:xfrm rot="4143123">
            <a:off x="2148759" y="5549761"/>
            <a:ext cx="187163" cy="1622254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AC3EF45-C41C-D0E8-8457-5E3F700D70F6}"/>
              </a:ext>
            </a:extLst>
          </p:cNvPr>
          <p:cNvSpPr txBox="1"/>
          <p:nvPr/>
        </p:nvSpPr>
        <p:spPr>
          <a:xfrm rot="16200000">
            <a:off x="6934026" y="1234895"/>
            <a:ext cx="18312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Vácuo</a:t>
            </a:r>
            <a:r>
              <a:rPr lang="en-US" sz="2400" dirty="0"/>
              <a:t> (25 Å)</a:t>
            </a:r>
            <a:endParaRPr lang="pt-BR" sz="2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D9A5898-6F63-A1D4-F948-FA1F431E0320}"/>
              </a:ext>
            </a:extLst>
          </p:cNvPr>
          <p:cNvSpPr txBox="1"/>
          <p:nvPr/>
        </p:nvSpPr>
        <p:spPr>
          <a:xfrm rot="16200000">
            <a:off x="6946057" y="3101795"/>
            <a:ext cx="18312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Vácuo</a:t>
            </a:r>
            <a:r>
              <a:rPr lang="en-US" sz="2400" dirty="0"/>
              <a:t> (25 Å)</a:t>
            </a:r>
            <a:endParaRPr lang="pt-BR" sz="2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AEFECA1-877E-A46D-D385-253A2501C87D}"/>
              </a:ext>
            </a:extLst>
          </p:cNvPr>
          <p:cNvSpPr txBox="1"/>
          <p:nvPr/>
        </p:nvSpPr>
        <p:spPr>
          <a:xfrm rot="20308589">
            <a:off x="6230835" y="4596902"/>
            <a:ext cx="18312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Vácuo</a:t>
            </a:r>
            <a:r>
              <a:rPr lang="en-US" sz="2400" dirty="0"/>
              <a:t> (20 Å)</a:t>
            </a:r>
            <a:endParaRPr lang="pt-BR" sz="2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0D7858B-CDFA-7836-1A19-06CB4253E2B0}"/>
              </a:ext>
            </a:extLst>
          </p:cNvPr>
          <p:cNvSpPr txBox="1"/>
          <p:nvPr/>
        </p:nvSpPr>
        <p:spPr>
          <a:xfrm rot="20308589">
            <a:off x="1622976" y="6235203"/>
            <a:ext cx="18312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Vácuo</a:t>
            </a:r>
            <a:r>
              <a:rPr lang="en-US" sz="2400" dirty="0"/>
              <a:t> (20 Å)</a:t>
            </a:r>
            <a:endParaRPr lang="pt-BR" sz="2400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981924D-3A24-B508-B7F5-CFE0768360C9}"/>
              </a:ext>
            </a:extLst>
          </p:cNvPr>
          <p:cNvCxnSpPr>
            <a:cxnSpLocks/>
          </p:cNvCxnSpPr>
          <p:nvPr/>
        </p:nvCxnSpPr>
        <p:spPr>
          <a:xfrm flipH="1" flipV="1">
            <a:off x="4233565" y="2840103"/>
            <a:ext cx="422054" cy="5594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F2553E9-38E1-1D1F-2BB8-B70DEA071B6D}"/>
              </a:ext>
            </a:extLst>
          </p:cNvPr>
          <p:cNvCxnSpPr>
            <a:cxnSpLocks/>
          </p:cNvCxnSpPr>
          <p:nvPr/>
        </p:nvCxnSpPr>
        <p:spPr>
          <a:xfrm flipH="1" flipV="1">
            <a:off x="4653370" y="3382529"/>
            <a:ext cx="423582" cy="576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D853B37A-653C-2619-52AB-00C970D39432}"/>
              </a:ext>
            </a:extLst>
          </p:cNvPr>
          <p:cNvSpPr txBox="1"/>
          <p:nvPr/>
        </p:nvSpPr>
        <p:spPr>
          <a:xfrm rot="3248033">
            <a:off x="4318825" y="3724091"/>
            <a:ext cx="10926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P. B. C.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4EC4E9B-2CF9-4087-69FD-F153E5A00932}"/>
              </a:ext>
            </a:extLst>
          </p:cNvPr>
          <p:cNvSpPr txBox="1"/>
          <p:nvPr/>
        </p:nvSpPr>
        <p:spPr>
          <a:xfrm>
            <a:off x="8660695" y="58280"/>
            <a:ext cx="3735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f)</a:t>
            </a:r>
            <a:endParaRPr lang="pt-BR" sz="24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E5B121E-8A00-6EAE-6E56-710D5D696435}"/>
              </a:ext>
            </a:extLst>
          </p:cNvPr>
          <p:cNvSpPr txBox="1"/>
          <p:nvPr/>
        </p:nvSpPr>
        <p:spPr>
          <a:xfrm>
            <a:off x="8327815" y="2431675"/>
            <a:ext cx="4265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g)</a:t>
            </a:r>
            <a:endParaRPr lang="pt-BR" sz="24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76A7E2E-E79E-B6D8-3AD2-7C91A6B8E2B1}"/>
              </a:ext>
            </a:extLst>
          </p:cNvPr>
          <p:cNvSpPr txBox="1"/>
          <p:nvPr/>
        </p:nvSpPr>
        <p:spPr>
          <a:xfrm>
            <a:off x="8657528" y="4017398"/>
            <a:ext cx="4443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h)</a:t>
            </a:r>
            <a:endParaRPr lang="pt-BR" sz="24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831E9C4-46DB-6373-F02E-643E714ECFAC}"/>
              </a:ext>
            </a:extLst>
          </p:cNvPr>
          <p:cNvSpPr txBox="1"/>
          <p:nvPr/>
        </p:nvSpPr>
        <p:spPr>
          <a:xfrm>
            <a:off x="0" y="-11763"/>
            <a:ext cx="43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e)</a:t>
            </a:r>
            <a:endParaRPr lang="pt-BR" sz="2400" dirty="0"/>
          </a:p>
        </p:txBody>
      </p:sp>
      <p:pic>
        <p:nvPicPr>
          <p:cNvPr id="8" name="Picture 7" descr="A black and white line&#10;&#10;AI-generated content may be incorrect.">
            <a:extLst>
              <a:ext uri="{FF2B5EF4-FFF2-40B4-BE49-F238E27FC236}">
                <a16:creationId xmlns:a16="http://schemas.microsoft.com/office/drawing/2014/main" id="{7E002877-2D6D-56FE-CAD0-6F14F48BCBF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55" r="9283"/>
          <a:stretch>
            <a:fillRect/>
          </a:stretch>
        </p:blipFill>
        <p:spPr>
          <a:xfrm>
            <a:off x="9047186" y="289112"/>
            <a:ext cx="2913659" cy="1905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4402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B3E6EDF-A974-45BB-AB86-7F1FC9C07F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892" t="29461" r="28073" b="6659"/>
          <a:stretch>
            <a:fillRect/>
          </a:stretch>
        </p:blipFill>
        <p:spPr>
          <a:xfrm>
            <a:off x="8312524" y="467285"/>
            <a:ext cx="3879476" cy="2238936"/>
          </a:xfrm>
          <a:prstGeom prst="rect">
            <a:avLst/>
          </a:prstGeom>
        </p:spPr>
      </p:pic>
      <p:pic>
        <p:nvPicPr>
          <p:cNvPr id="11" name="Picture 10" descr="A grey object with circles&#10;&#10;AI-generated content may be incorrect.">
            <a:extLst>
              <a:ext uri="{FF2B5EF4-FFF2-40B4-BE49-F238E27FC236}">
                <a16:creationId xmlns:a16="http://schemas.microsoft.com/office/drawing/2014/main" id="{FFD6D5CB-F180-1771-6B1B-58A84C32AA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470" t="4412" r="41581" b="5044"/>
          <a:stretch>
            <a:fillRect/>
          </a:stretch>
        </p:blipFill>
        <p:spPr>
          <a:xfrm>
            <a:off x="0" y="0"/>
            <a:ext cx="2756647" cy="3173506"/>
          </a:xfrm>
          <a:prstGeom prst="rect">
            <a:avLst/>
          </a:prstGeom>
        </p:spPr>
      </p:pic>
      <p:pic>
        <p:nvPicPr>
          <p:cNvPr id="13" name="Picture 12" descr="A grey hexagon structure with white circles&#10;&#10;AI-generated content may be incorrect.">
            <a:extLst>
              <a:ext uri="{FF2B5EF4-FFF2-40B4-BE49-F238E27FC236}">
                <a16:creationId xmlns:a16="http://schemas.microsoft.com/office/drawing/2014/main" id="{A71AC639-C8D7-B004-49BE-65250071DC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396" t="12461" r="29569" b="9457"/>
          <a:stretch>
            <a:fillRect/>
          </a:stretch>
        </p:blipFill>
        <p:spPr>
          <a:xfrm>
            <a:off x="3594847" y="218380"/>
            <a:ext cx="3879476" cy="2736746"/>
          </a:xfrm>
          <a:prstGeom prst="rect">
            <a:avLst/>
          </a:prstGeom>
        </p:spPr>
      </p:pic>
      <p:pic>
        <p:nvPicPr>
          <p:cNvPr id="15" name="Picture 14" descr="A close-up of a graphene tube&#10;&#10;AI-generated content may be incorrect.">
            <a:extLst>
              <a:ext uri="{FF2B5EF4-FFF2-40B4-BE49-F238E27FC236}">
                <a16:creationId xmlns:a16="http://schemas.microsoft.com/office/drawing/2014/main" id="{931FAA3F-2EC3-3266-6850-0C8BAC2D990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4159" t="21331" r="23657" b="10805"/>
          <a:stretch>
            <a:fillRect/>
          </a:stretch>
        </p:blipFill>
        <p:spPr>
          <a:xfrm>
            <a:off x="8061689" y="4376611"/>
            <a:ext cx="4130311" cy="2404193"/>
          </a:xfrm>
          <a:prstGeom prst="rect">
            <a:avLst/>
          </a:prstGeom>
        </p:spPr>
      </p:pic>
      <p:pic>
        <p:nvPicPr>
          <p:cNvPr id="17" name="Picture 16" descr="A grey rectangular object with circles&#10;&#10;AI-generated content may be incorrect.">
            <a:extLst>
              <a:ext uri="{FF2B5EF4-FFF2-40B4-BE49-F238E27FC236}">
                <a16:creationId xmlns:a16="http://schemas.microsoft.com/office/drawing/2014/main" id="{00496258-9408-8EC0-9E97-6DBD647F9FB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6782" t="4043" r="38340" b="4829"/>
          <a:stretch>
            <a:fillRect/>
          </a:stretch>
        </p:blipFill>
        <p:spPr>
          <a:xfrm>
            <a:off x="0" y="3552084"/>
            <a:ext cx="3052482" cy="3305916"/>
          </a:xfrm>
          <a:prstGeom prst="rect">
            <a:avLst/>
          </a:prstGeom>
        </p:spPr>
      </p:pic>
      <p:pic>
        <p:nvPicPr>
          <p:cNvPr id="19" name="Picture 18" descr="A grey object with a white center&#10;&#10;AI-generated content may be incorrect.">
            <a:extLst>
              <a:ext uri="{FF2B5EF4-FFF2-40B4-BE49-F238E27FC236}">
                <a16:creationId xmlns:a16="http://schemas.microsoft.com/office/drawing/2014/main" id="{96BE3186-6E56-5CDA-419D-EDF6C6610FD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2231" t="14085" r="31326" b="10892"/>
          <a:stretch>
            <a:fillRect/>
          </a:stretch>
        </p:blipFill>
        <p:spPr>
          <a:xfrm>
            <a:off x="3752535" y="3925750"/>
            <a:ext cx="3609101" cy="255858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5D93C79-2ADC-527F-387B-629BEC953D6F}"/>
              </a:ext>
            </a:extLst>
          </p:cNvPr>
          <p:cNvSpPr txBox="1"/>
          <p:nvPr/>
        </p:nvSpPr>
        <p:spPr>
          <a:xfrm>
            <a:off x="0" y="-11763"/>
            <a:ext cx="4379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a)</a:t>
            </a:r>
            <a:endParaRPr lang="pt-BR" sz="2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A7ACFE-9F8A-2321-4062-D3F2C23F14A4}"/>
              </a:ext>
            </a:extLst>
          </p:cNvPr>
          <p:cNvSpPr txBox="1"/>
          <p:nvPr/>
        </p:nvSpPr>
        <p:spPr>
          <a:xfrm>
            <a:off x="8093553" y="-12453"/>
            <a:ext cx="43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c)</a:t>
            </a:r>
            <a:endParaRPr lang="pt-BR" sz="2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60695E5-EEB4-0F52-F80E-B58FC92D6D12}"/>
              </a:ext>
            </a:extLst>
          </p:cNvPr>
          <p:cNvSpPr txBox="1"/>
          <p:nvPr/>
        </p:nvSpPr>
        <p:spPr>
          <a:xfrm>
            <a:off x="3594847" y="-11763"/>
            <a:ext cx="4475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b)</a:t>
            </a:r>
            <a:endParaRPr lang="pt-BR" sz="2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7709D06-F25A-B224-B22C-B21BB8D1E814}"/>
              </a:ext>
            </a:extLst>
          </p:cNvPr>
          <p:cNvSpPr txBox="1"/>
          <p:nvPr/>
        </p:nvSpPr>
        <p:spPr>
          <a:xfrm>
            <a:off x="8093553" y="3464084"/>
            <a:ext cx="3735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f)</a:t>
            </a:r>
            <a:endParaRPr lang="pt-BR" sz="2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02AE70D-8D65-46C0-2B83-7B9BA3C367A0}"/>
              </a:ext>
            </a:extLst>
          </p:cNvPr>
          <p:cNvSpPr txBox="1"/>
          <p:nvPr/>
        </p:nvSpPr>
        <p:spPr>
          <a:xfrm>
            <a:off x="3594847" y="3464085"/>
            <a:ext cx="43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e)</a:t>
            </a:r>
            <a:endParaRPr lang="pt-BR" sz="2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98814A5-B363-E47C-6E92-D60CF788A97F}"/>
              </a:ext>
            </a:extLst>
          </p:cNvPr>
          <p:cNvSpPr txBox="1"/>
          <p:nvPr/>
        </p:nvSpPr>
        <p:spPr>
          <a:xfrm>
            <a:off x="0" y="3464085"/>
            <a:ext cx="4475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d)</a:t>
            </a:r>
            <a:endParaRPr lang="pt-BR" sz="24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CDAF77F7-5677-1CE5-0812-B02EACE0AD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892" t="29461" r="28073" b="6659"/>
          <a:stretch>
            <a:fillRect/>
          </a:stretch>
        </p:blipFill>
        <p:spPr>
          <a:xfrm>
            <a:off x="8312524" y="479738"/>
            <a:ext cx="3879476" cy="2238936"/>
          </a:xfrm>
          <a:prstGeom prst="rect">
            <a:avLst/>
          </a:prstGeom>
        </p:spPr>
      </p:pic>
      <p:pic>
        <p:nvPicPr>
          <p:cNvPr id="27" name="Picture 26" descr="A close-up of a graphene tube&#10;&#10;AI-generated content may be incorrect.">
            <a:extLst>
              <a:ext uri="{FF2B5EF4-FFF2-40B4-BE49-F238E27FC236}">
                <a16:creationId xmlns:a16="http://schemas.microsoft.com/office/drawing/2014/main" id="{6279BF4A-E6D3-5543-9EE1-F4E6ADEEB5E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4159" t="21331" r="23657" b="10805"/>
          <a:stretch>
            <a:fillRect/>
          </a:stretch>
        </p:blipFill>
        <p:spPr>
          <a:xfrm>
            <a:off x="8061689" y="4389064"/>
            <a:ext cx="4130311" cy="2404193"/>
          </a:xfrm>
          <a:prstGeom prst="rect">
            <a:avLst/>
          </a:prstGeom>
        </p:spPr>
      </p:pic>
      <p:pic>
        <p:nvPicPr>
          <p:cNvPr id="28" name="Picture 27" descr="A grey object with a white center&#10;&#10;AI-generated content may be incorrect.">
            <a:extLst>
              <a:ext uri="{FF2B5EF4-FFF2-40B4-BE49-F238E27FC236}">
                <a16:creationId xmlns:a16="http://schemas.microsoft.com/office/drawing/2014/main" id="{818EA56E-8BC6-2B0D-11BC-F8A2F25A702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2231" t="14085" r="31326" b="10892"/>
          <a:stretch>
            <a:fillRect/>
          </a:stretch>
        </p:blipFill>
        <p:spPr>
          <a:xfrm>
            <a:off x="3752535" y="3938203"/>
            <a:ext cx="3609101" cy="2558583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ABBD7813-103C-A625-AA8E-D6EFD09A89D0}"/>
              </a:ext>
            </a:extLst>
          </p:cNvPr>
          <p:cNvSpPr txBox="1"/>
          <p:nvPr/>
        </p:nvSpPr>
        <p:spPr>
          <a:xfrm>
            <a:off x="0" y="690"/>
            <a:ext cx="4379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a)</a:t>
            </a:r>
            <a:endParaRPr lang="pt-BR" sz="2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08A39C6-721E-A2FF-B9EA-3407A464B4F4}"/>
              </a:ext>
            </a:extLst>
          </p:cNvPr>
          <p:cNvSpPr txBox="1"/>
          <p:nvPr/>
        </p:nvSpPr>
        <p:spPr>
          <a:xfrm>
            <a:off x="8093553" y="0"/>
            <a:ext cx="43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c)</a:t>
            </a:r>
            <a:endParaRPr lang="pt-BR" sz="24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DED688F-CEF8-7383-C39A-BFF15B861CA3}"/>
              </a:ext>
            </a:extLst>
          </p:cNvPr>
          <p:cNvSpPr txBox="1"/>
          <p:nvPr/>
        </p:nvSpPr>
        <p:spPr>
          <a:xfrm>
            <a:off x="3594847" y="690"/>
            <a:ext cx="4475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b)</a:t>
            </a:r>
            <a:endParaRPr lang="pt-BR" sz="2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37E7A1F-A278-CE26-F395-8C58CA1904C1}"/>
              </a:ext>
            </a:extLst>
          </p:cNvPr>
          <p:cNvSpPr txBox="1"/>
          <p:nvPr/>
        </p:nvSpPr>
        <p:spPr>
          <a:xfrm>
            <a:off x="8093553" y="3476537"/>
            <a:ext cx="3735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f)</a:t>
            </a:r>
            <a:endParaRPr lang="pt-BR" sz="24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7F540CC-695C-3D03-369C-349C16EE79C5}"/>
              </a:ext>
            </a:extLst>
          </p:cNvPr>
          <p:cNvSpPr txBox="1"/>
          <p:nvPr/>
        </p:nvSpPr>
        <p:spPr>
          <a:xfrm>
            <a:off x="3594847" y="3476538"/>
            <a:ext cx="43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e)</a:t>
            </a:r>
            <a:endParaRPr lang="pt-BR" sz="24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2696ECF-C1D1-441D-69D2-74E87AD30121}"/>
              </a:ext>
            </a:extLst>
          </p:cNvPr>
          <p:cNvSpPr txBox="1"/>
          <p:nvPr/>
        </p:nvSpPr>
        <p:spPr>
          <a:xfrm>
            <a:off x="0" y="3476538"/>
            <a:ext cx="4475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d)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5810378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red line drawing of a rectangular object with a black object in the center&#10;&#10;AI-generated content may be incorrect.">
            <a:extLst>
              <a:ext uri="{FF2B5EF4-FFF2-40B4-BE49-F238E27FC236}">
                <a16:creationId xmlns:a16="http://schemas.microsoft.com/office/drawing/2014/main" id="{356564E7-F0AB-999E-9A13-37DB899402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579" t="19952" r="22900" b="10756"/>
          <a:stretch>
            <a:fillRect/>
          </a:stretch>
        </p:blipFill>
        <p:spPr>
          <a:xfrm>
            <a:off x="8554571" y="484181"/>
            <a:ext cx="3637429" cy="2185147"/>
          </a:xfrm>
          <a:prstGeom prst="rect">
            <a:avLst/>
          </a:prstGeom>
        </p:spPr>
      </p:pic>
      <p:pic>
        <p:nvPicPr>
          <p:cNvPr id="7" name="Picture 6" descr="A black and white image of a line&#10;&#10;AI-generated content may be incorrect.">
            <a:extLst>
              <a:ext uri="{FF2B5EF4-FFF2-40B4-BE49-F238E27FC236}">
                <a16:creationId xmlns:a16="http://schemas.microsoft.com/office/drawing/2014/main" id="{0113B59D-6A08-D3F5-8D1F-AA6640A36F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452" t="43125" r="24756" b="13806"/>
          <a:stretch>
            <a:fillRect/>
          </a:stretch>
        </p:blipFill>
        <p:spPr>
          <a:xfrm>
            <a:off x="4318747" y="1311175"/>
            <a:ext cx="3476066" cy="1358153"/>
          </a:xfrm>
          <a:prstGeom prst="rect">
            <a:avLst/>
          </a:prstGeom>
        </p:spPr>
      </p:pic>
      <p:pic>
        <p:nvPicPr>
          <p:cNvPr id="9" name="Picture 8" descr="A black circle in a red frame&#10;&#10;AI-generated content may be incorrect.">
            <a:extLst>
              <a:ext uri="{FF2B5EF4-FFF2-40B4-BE49-F238E27FC236}">
                <a16:creationId xmlns:a16="http://schemas.microsoft.com/office/drawing/2014/main" id="{863FF67F-4027-0AF5-38F4-ADAF654D3C8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418" r="23312"/>
          <a:stretch>
            <a:fillRect/>
          </a:stretch>
        </p:blipFill>
        <p:spPr>
          <a:xfrm>
            <a:off x="-1" y="0"/>
            <a:ext cx="3563472" cy="3153510"/>
          </a:xfrm>
          <a:prstGeom prst="rect">
            <a:avLst/>
          </a:prstGeom>
        </p:spPr>
      </p:pic>
      <p:pic>
        <p:nvPicPr>
          <p:cNvPr id="11" name="Picture 10" descr="A red and black drawing of a rectangular object&#10;&#10;AI-generated content may be incorrect.">
            <a:extLst>
              <a:ext uri="{FF2B5EF4-FFF2-40B4-BE49-F238E27FC236}">
                <a16:creationId xmlns:a16="http://schemas.microsoft.com/office/drawing/2014/main" id="{1FAD67DB-9774-1519-0FFF-D7066B25443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6192" t="19412" r="22252" b="11831"/>
          <a:stretch>
            <a:fillRect/>
          </a:stretch>
        </p:blipFill>
        <p:spPr>
          <a:xfrm>
            <a:off x="8550089" y="4267221"/>
            <a:ext cx="3641911" cy="2169688"/>
          </a:xfrm>
          <a:prstGeom prst="rect">
            <a:avLst/>
          </a:prstGeom>
        </p:spPr>
      </p:pic>
      <p:pic>
        <p:nvPicPr>
          <p:cNvPr id="13" name="Picture 12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40A393D7-26E5-7586-3A97-53A7F2E5F79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6232" t="44036" r="23799" b="14799"/>
          <a:stretch>
            <a:fillRect/>
          </a:stretch>
        </p:blipFill>
        <p:spPr>
          <a:xfrm>
            <a:off x="4357967" y="5048904"/>
            <a:ext cx="3476066" cy="1272647"/>
          </a:xfrm>
          <a:prstGeom prst="rect">
            <a:avLst/>
          </a:prstGeom>
        </p:spPr>
      </p:pic>
      <p:pic>
        <p:nvPicPr>
          <p:cNvPr id="15" name="Picture 14" descr="A black circle on a white background&#10;&#10;AI-generated content may be incorrect.">
            <a:extLst>
              <a:ext uri="{FF2B5EF4-FFF2-40B4-BE49-F238E27FC236}">
                <a16:creationId xmlns:a16="http://schemas.microsoft.com/office/drawing/2014/main" id="{1A9DE341-41E8-58D5-448D-39988CB640B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6278" r="23754"/>
          <a:stretch>
            <a:fillRect/>
          </a:stretch>
        </p:blipFill>
        <p:spPr>
          <a:xfrm>
            <a:off x="-1" y="3846130"/>
            <a:ext cx="3386418" cy="301187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12A6F16-23C0-3CCB-6C8A-6075E0A318AE}"/>
              </a:ext>
            </a:extLst>
          </p:cNvPr>
          <p:cNvSpPr txBox="1"/>
          <p:nvPr/>
        </p:nvSpPr>
        <p:spPr>
          <a:xfrm>
            <a:off x="0" y="690"/>
            <a:ext cx="4379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a)</a:t>
            </a:r>
            <a:endParaRPr lang="pt-BR" sz="2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08CA6-CB5D-6DD5-74A7-39A54FCE82E7}"/>
              </a:ext>
            </a:extLst>
          </p:cNvPr>
          <p:cNvSpPr txBox="1"/>
          <p:nvPr/>
        </p:nvSpPr>
        <p:spPr>
          <a:xfrm>
            <a:off x="8093553" y="0"/>
            <a:ext cx="43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c)</a:t>
            </a:r>
            <a:endParaRPr lang="pt-BR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FA04608-5229-73ED-78B4-862931304390}"/>
              </a:ext>
            </a:extLst>
          </p:cNvPr>
          <p:cNvSpPr txBox="1"/>
          <p:nvPr/>
        </p:nvSpPr>
        <p:spPr>
          <a:xfrm>
            <a:off x="3594847" y="690"/>
            <a:ext cx="4475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b)</a:t>
            </a:r>
            <a:endParaRPr lang="pt-BR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12565B-8C08-3C7C-56D4-26C48703B102}"/>
              </a:ext>
            </a:extLst>
          </p:cNvPr>
          <p:cNvSpPr txBox="1"/>
          <p:nvPr/>
        </p:nvSpPr>
        <p:spPr>
          <a:xfrm>
            <a:off x="8093552" y="3805555"/>
            <a:ext cx="3735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f)</a:t>
            </a:r>
            <a:endParaRPr lang="pt-BR" sz="2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B50908-CD59-99E6-BD85-FB8ABB593FE6}"/>
              </a:ext>
            </a:extLst>
          </p:cNvPr>
          <p:cNvSpPr txBox="1"/>
          <p:nvPr/>
        </p:nvSpPr>
        <p:spPr>
          <a:xfrm>
            <a:off x="3594846" y="3805556"/>
            <a:ext cx="43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e)</a:t>
            </a:r>
            <a:endParaRPr lang="pt-BR" sz="2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5504BF4-24C9-D4B6-37A5-17F0C35494EA}"/>
              </a:ext>
            </a:extLst>
          </p:cNvPr>
          <p:cNvSpPr txBox="1"/>
          <p:nvPr/>
        </p:nvSpPr>
        <p:spPr>
          <a:xfrm>
            <a:off x="-1" y="3805556"/>
            <a:ext cx="4475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d)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3032732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</TotalTime>
  <Words>142</Words>
  <Application>Microsoft Office PowerPoint</Application>
  <PresentationFormat>Widescreen</PresentationFormat>
  <Paragraphs>59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Marcelo Alves Ferreira</dc:creator>
  <cp:lastModifiedBy>Marcelo Alves Ferreira</cp:lastModifiedBy>
  <cp:revision>17</cp:revision>
  <dcterms:created xsi:type="dcterms:W3CDTF">2025-11-12T18:44:58Z</dcterms:created>
  <dcterms:modified xsi:type="dcterms:W3CDTF">2025-11-14T00:09:00Z</dcterms:modified>
</cp:coreProperties>
</file>